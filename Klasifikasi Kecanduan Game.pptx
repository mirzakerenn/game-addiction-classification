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rcade Gamer" charset="1" panose="00000000000000000000"/>
      <p:regular r:id="rId13"/>
    </p:embeddedFont>
    <p:embeddedFont>
      <p:font typeface="Open Sans Bold" charset="1" panose="00000000000000000000"/>
      <p:regular r:id="rId14"/>
    </p:embeddedFont>
    <p:embeddedFont>
      <p:font typeface="Open Sans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svg" Type="http://schemas.openxmlformats.org/officeDocument/2006/relationships/image"/><Relationship Id="rId11" Target="../media/image26.pn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25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svg" Type="http://schemas.openxmlformats.org/officeDocument/2006/relationships/image"/><Relationship Id="rId12" Target="../media/image34.png" Type="http://schemas.openxmlformats.org/officeDocument/2006/relationships/image"/><Relationship Id="rId13" Target="../media/image35.png" Type="http://schemas.openxmlformats.org/officeDocument/2006/relationships/image"/><Relationship Id="rId14" Target="../media/image36.png" Type="http://schemas.openxmlformats.org/officeDocument/2006/relationships/image"/><Relationship Id="rId15" Target="../media/image37.svg" Type="http://schemas.openxmlformats.org/officeDocument/2006/relationships/image"/><Relationship Id="rId16" Target="../media/image38.png" Type="http://schemas.openxmlformats.org/officeDocument/2006/relationships/image"/><Relationship Id="rId17" Target="../media/image39.svg" Type="http://schemas.openxmlformats.org/officeDocument/2006/relationships/image"/><Relationship Id="rId18" Target="../media/image40.png" Type="http://schemas.openxmlformats.org/officeDocument/2006/relationships/image"/><Relationship Id="rId19" Target="../media/image41.svg" Type="http://schemas.openxmlformats.org/officeDocument/2006/relationships/image"/><Relationship Id="rId2" Target="../media/image28.png" Type="http://schemas.openxmlformats.org/officeDocument/2006/relationships/image"/><Relationship Id="rId20" Target="../media/image42.png" Type="http://schemas.openxmlformats.org/officeDocument/2006/relationships/image"/><Relationship Id="rId21" Target="../media/image43.sv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46.png" Type="http://schemas.openxmlformats.org/officeDocument/2006/relationships/image"/><Relationship Id="rId7" Target="../media/image4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48.svg" Type="http://schemas.openxmlformats.org/officeDocument/2006/relationships/image"/><Relationship Id="rId4" Target="../media/image23.png" Type="http://schemas.openxmlformats.org/officeDocument/2006/relationships/image"/><Relationship Id="rId5" Target="../media/image49.svg" Type="http://schemas.openxmlformats.org/officeDocument/2006/relationships/image"/><Relationship Id="rId6" Target="../media/image17.png" Type="http://schemas.openxmlformats.org/officeDocument/2006/relationships/image"/><Relationship Id="rId7" Target="../media/image50.svg" Type="http://schemas.openxmlformats.org/officeDocument/2006/relationships/image"/><Relationship Id="rId8" Target="../media/image19.png" Type="http://schemas.openxmlformats.org/officeDocument/2006/relationships/image"/><Relationship Id="rId9" Target="../media/image5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5.png" Type="http://schemas.openxmlformats.org/officeDocument/2006/relationships/image"/><Relationship Id="rId13" Target="../media/image6.svg" Type="http://schemas.openxmlformats.org/officeDocument/2006/relationships/image"/><Relationship Id="rId14" Target="../media/image7.png" Type="http://schemas.openxmlformats.org/officeDocument/2006/relationships/image"/><Relationship Id="rId15" Target="../media/image8.svg" Type="http://schemas.openxmlformats.org/officeDocument/2006/relationships/image"/><Relationship Id="rId16" Target="../media/image11.png" Type="http://schemas.openxmlformats.org/officeDocument/2006/relationships/image"/><Relationship Id="rId17" Target="../media/image12.svg" Type="http://schemas.openxmlformats.org/officeDocument/2006/relationships/image"/><Relationship Id="rId18" Target="../media/image13.png" Type="http://schemas.openxmlformats.org/officeDocument/2006/relationships/image"/><Relationship Id="rId19" Target="../media/image14.svg" Type="http://schemas.openxmlformats.org/officeDocument/2006/relationships/image"/><Relationship Id="rId2" Target="../media/image52.png" Type="http://schemas.openxmlformats.org/officeDocument/2006/relationships/image"/><Relationship Id="rId20" Target="../media/image15.png" Type="http://schemas.openxmlformats.org/officeDocument/2006/relationships/image"/><Relationship Id="rId21" Target="../media/image16.svg" Type="http://schemas.openxmlformats.org/officeDocument/2006/relationships/image"/><Relationship Id="rId3" Target="../media/image53.svg" Type="http://schemas.openxmlformats.org/officeDocument/2006/relationships/image"/><Relationship Id="rId4" Target="../media/image54.png" Type="http://schemas.openxmlformats.org/officeDocument/2006/relationships/image"/><Relationship Id="rId5" Target="../media/image55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29605" y="1057561"/>
            <a:ext cx="4028789" cy="4028789"/>
          </a:xfrm>
          <a:custGeom>
            <a:avLst/>
            <a:gdLst/>
            <a:ahLst/>
            <a:cxnLst/>
            <a:rect r="r" b="b" t="t" l="l"/>
            <a:pathLst>
              <a:path h="4028789" w="4028789">
                <a:moveTo>
                  <a:pt x="0" y="0"/>
                </a:moveTo>
                <a:lnTo>
                  <a:pt x="4028790" y="0"/>
                </a:lnTo>
                <a:lnTo>
                  <a:pt x="4028790" y="4028789"/>
                </a:lnTo>
                <a:lnTo>
                  <a:pt x="0" y="40287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83296" y="7687656"/>
            <a:ext cx="2776004" cy="2599344"/>
          </a:xfrm>
          <a:custGeom>
            <a:avLst/>
            <a:gdLst/>
            <a:ahLst/>
            <a:cxnLst/>
            <a:rect r="r" b="b" t="t" l="l"/>
            <a:pathLst>
              <a:path h="2599344" w="2776004">
                <a:moveTo>
                  <a:pt x="0" y="0"/>
                </a:moveTo>
                <a:lnTo>
                  <a:pt x="2776004" y="0"/>
                </a:lnTo>
                <a:lnTo>
                  <a:pt x="2776004" y="2599344"/>
                </a:lnTo>
                <a:lnTo>
                  <a:pt x="0" y="25993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6" t="0" r="-76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028700" y="7687656"/>
            <a:ext cx="2776004" cy="2599344"/>
          </a:xfrm>
          <a:custGeom>
            <a:avLst/>
            <a:gdLst/>
            <a:ahLst/>
            <a:cxnLst/>
            <a:rect r="r" b="b" t="t" l="l"/>
            <a:pathLst>
              <a:path h="2599344" w="2776004">
                <a:moveTo>
                  <a:pt x="2776004" y="0"/>
                </a:moveTo>
                <a:lnTo>
                  <a:pt x="0" y="0"/>
                </a:lnTo>
                <a:lnTo>
                  <a:pt x="0" y="2599344"/>
                </a:lnTo>
                <a:lnTo>
                  <a:pt x="2776004" y="2599344"/>
                </a:lnTo>
                <a:lnTo>
                  <a:pt x="277600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6" t="0" r="-76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28249" y="9539421"/>
            <a:ext cx="2569788" cy="747579"/>
          </a:xfrm>
          <a:custGeom>
            <a:avLst/>
            <a:gdLst/>
            <a:ahLst/>
            <a:cxnLst/>
            <a:rect r="r" b="b" t="t" l="l"/>
            <a:pathLst>
              <a:path h="747579" w="2569788">
                <a:moveTo>
                  <a:pt x="0" y="0"/>
                </a:moveTo>
                <a:lnTo>
                  <a:pt x="2569788" y="0"/>
                </a:lnTo>
                <a:lnTo>
                  <a:pt x="2569788" y="747579"/>
                </a:lnTo>
                <a:lnTo>
                  <a:pt x="0" y="7475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89" r="0" b="-289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9689963" y="9539421"/>
            <a:ext cx="2569788" cy="747579"/>
          </a:xfrm>
          <a:custGeom>
            <a:avLst/>
            <a:gdLst/>
            <a:ahLst/>
            <a:cxnLst/>
            <a:rect r="r" b="b" t="t" l="l"/>
            <a:pathLst>
              <a:path h="747579" w="2569788">
                <a:moveTo>
                  <a:pt x="2569788" y="0"/>
                </a:moveTo>
                <a:lnTo>
                  <a:pt x="0" y="0"/>
                </a:lnTo>
                <a:lnTo>
                  <a:pt x="0" y="747579"/>
                </a:lnTo>
                <a:lnTo>
                  <a:pt x="2569788" y="747579"/>
                </a:lnTo>
                <a:lnTo>
                  <a:pt x="256978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89" r="0" b="-28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550891" y="7687656"/>
            <a:ext cx="2599344" cy="2599344"/>
          </a:xfrm>
          <a:custGeom>
            <a:avLst/>
            <a:gdLst/>
            <a:ahLst/>
            <a:cxnLst/>
            <a:rect r="r" b="b" t="t" l="l"/>
            <a:pathLst>
              <a:path h="2599344" w="2599344">
                <a:moveTo>
                  <a:pt x="0" y="0"/>
                </a:moveTo>
                <a:lnTo>
                  <a:pt x="2599344" y="0"/>
                </a:lnTo>
                <a:lnTo>
                  <a:pt x="2599344" y="2599344"/>
                </a:lnTo>
                <a:lnTo>
                  <a:pt x="0" y="25993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4137765" y="7687656"/>
            <a:ext cx="2599344" cy="2599344"/>
          </a:xfrm>
          <a:custGeom>
            <a:avLst/>
            <a:gdLst/>
            <a:ahLst/>
            <a:cxnLst/>
            <a:rect r="r" b="b" t="t" l="l"/>
            <a:pathLst>
              <a:path h="2599344" w="2599344">
                <a:moveTo>
                  <a:pt x="2599344" y="0"/>
                </a:moveTo>
                <a:lnTo>
                  <a:pt x="0" y="0"/>
                </a:lnTo>
                <a:lnTo>
                  <a:pt x="0" y="2599344"/>
                </a:lnTo>
                <a:lnTo>
                  <a:pt x="2599344" y="2599344"/>
                </a:lnTo>
                <a:lnTo>
                  <a:pt x="259934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3299" y="6172200"/>
            <a:ext cx="845401" cy="4114800"/>
          </a:xfrm>
          <a:custGeom>
            <a:avLst/>
            <a:gdLst/>
            <a:ahLst/>
            <a:cxnLst/>
            <a:rect r="r" b="b" t="t" l="l"/>
            <a:pathLst>
              <a:path h="4114800" w="845401">
                <a:moveTo>
                  <a:pt x="0" y="0"/>
                </a:moveTo>
                <a:lnTo>
                  <a:pt x="845401" y="0"/>
                </a:lnTo>
                <a:lnTo>
                  <a:pt x="845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700" t="0" r="-70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7259300" y="6172200"/>
            <a:ext cx="845401" cy="4114800"/>
          </a:xfrm>
          <a:custGeom>
            <a:avLst/>
            <a:gdLst/>
            <a:ahLst/>
            <a:cxnLst/>
            <a:rect r="r" b="b" t="t" l="l"/>
            <a:pathLst>
              <a:path h="4114800" w="845401">
                <a:moveTo>
                  <a:pt x="845401" y="0"/>
                </a:moveTo>
                <a:lnTo>
                  <a:pt x="0" y="0"/>
                </a:lnTo>
                <a:lnTo>
                  <a:pt x="0" y="4114800"/>
                </a:lnTo>
                <a:lnTo>
                  <a:pt x="845401" y="4114800"/>
                </a:lnTo>
                <a:lnTo>
                  <a:pt x="8454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700" t="0" r="-70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217627" y="9407785"/>
            <a:ext cx="1852755" cy="879215"/>
          </a:xfrm>
          <a:custGeom>
            <a:avLst/>
            <a:gdLst/>
            <a:ahLst/>
            <a:cxnLst/>
            <a:rect r="r" b="b" t="t" l="l"/>
            <a:pathLst>
              <a:path h="879215" w="1852755">
                <a:moveTo>
                  <a:pt x="0" y="0"/>
                </a:moveTo>
                <a:lnTo>
                  <a:pt x="1852755" y="0"/>
                </a:lnTo>
                <a:lnTo>
                  <a:pt x="1852755" y="879215"/>
                </a:lnTo>
                <a:lnTo>
                  <a:pt x="0" y="8792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250" r="0" b="-251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542074" y="9629375"/>
            <a:ext cx="1826743" cy="657625"/>
          </a:xfrm>
          <a:custGeom>
            <a:avLst/>
            <a:gdLst/>
            <a:ahLst/>
            <a:cxnLst/>
            <a:rect r="r" b="b" t="t" l="l"/>
            <a:pathLst>
              <a:path h="657625" w="1826743">
                <a:moveTo>
                  <a:pt x="0" y="0"/>
                </a:moveTo>
                <a:lnTo>
                  <a:pt x="1826742" y="0"/>
                </a:lnTo>
                <a:lnTo>
                  <a:pt x="1826742" y="657625"/>
                </a:lnTo>
                <a:lnTo>
                  <a:pt x="0" y="65762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637" r="0" b="-635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870872" y="9420673"/>
            <a:ext cx="2268950" cy="866327"/>
          </a:xfrm>
          <a:custGeom>
            <a:avLst/>
            <a:gdLst/>
            <a:ahLst/>
            <a:cxnLst/>
            <a:rect r="r" b="b" t="t" l="l"/>
            <a:pathLst>
              <a:path h="866327" w="2268950">
                <a:moveTo>
                  <a:pt x="0" y="0"/>
                </a:moveTo>
                <a:lnTo>
                  <a:pt x="2268950" y="0"/>
                </a:lnTo>
                <a:lnTo>
                  <a:pt x="2268950" y="866327"/>
                </a:lnTo>
                <a:lnTo>
                  <a:pt x="0" y="86632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-409" r="0" b="-407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10919184" y="9629375"/>
            <a:ext cx="1826743" cy="657625"/>
          </a:xfrm>
          <a:custGeom>
            <a:avLst/>
            <a:gdLst/>
            <a:ahLst/>
            <a:cxnLst/>
            <a:rect r="r" b="b" t="t" l="l"/>
            <a:pathLst>
              <a:path h="657625" w="1826743">
                <a:moveTo>
                  <a:pt x="1826742" y="0"/>
                </a:moveTo>
                <a:lnTo>
                  <a:pt x="0" y="0"/>
                </a:lnTo>
                <a:lnTo>
                  <a:pt x="0" y="657625"/>
                </a:lnTo>
                <a:lnTo>
                  <a:pt x="1826742" y="657625"/>
                </a:lnTo>
                <a:lnTo>
                  <a:pt x="1826742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637" r="0" b="-635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14148168" y="9407785"/>
            <a:ext cx="2268950" cy="866327"/>
          </a:xfrm>
          <a:custGeom>
            <a:avLst/>
            <a:gdLst/>
            <a:ahLst/>
            <a:cxnLst/>
            <a:rect r="r" b="b" t="t" l="l"/>
            <a:pathLst>
              <a:path h="866327" w="2268950">
                <a:moveTo>
                  <a:pt x="2268951" y="0"/>
                </a:moveTo>
                <a:lnTo>
                  <a:pt x="0" y="0"/>
                </a:lnTo>
                <a:lnTo>
                  <a:pt x="0" y="866328"/>
                </a:lnTo>
                <a:lnTo>
                  <a:pt x="2268951" y="866328"/>
                </a:lnTo>
                <a:lnTo>
                  <a:pt x="2268951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-409" r="0" b="-407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966874" y="1440237"/>
            <a:ext cx="14354251" cy="5863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74"/>
              </a:lnSpc>
            </a:pPr>
            <a:r>
              <a:rPr lang="en-US" sz="28482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GAME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28700" y="2660028"/>
            <a:ext cx="2359990" cy="823855"/>
          </a:xfrm>
          <a:custGeom>
            <a:avLst/>
            <a:gdLst/>
            <a:ahLst/>
            <a:cxnLst/>
            <a:rect r="r" b="b" t="t" l="l"/>
            <a:pathLst>
              <a:path h="823855" w="2359990">
                <a:moveTo>
                  <a:pt x="0" y="0"/>
                </a:moveTo>
                <a:lnTo>
                  <a:pt x="2359990" y="0"/>
                </a:lnTo>
                <a:lnTo>
                  <a:pt x="2359990" y="823855"/>
                </a:lnTo>
                <a:lnTo>
                  <a:pt x="0" y="82385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-246" r="0" b="-245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0">
            <a:off x="14901720" y="2660028"/>
            <a:ext cx="2359990" cy="823855"/>
          </a:xfrm>
          <a:custGeom>
            <a:avLst/>
            <a:gdLst/>
            <a:ahLst/>
            <a:cxnLst/>
            <a:rect r="r" b="b" t="t" l="l"/>
            <a:pathLst>
              <a:path h="823855" w="2359990">
                <a:moveTo>
                  <a:pt x="2359990" y="0"/>
                </a:moveTo>
                <a:lnTo>
                  <a:pt x="0" y="0"/>
                </a:lnTo>
                <a:lnTo>
                  <a:pt x="0" y="823855"/>
                </a:lnTo>
                <a:lnTo>
                  <a:pt x="2359990" y="823855"/>
                </a:lnTo>
                <a:lnTo>
                  <a:pt x="235999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-246" r="0" b="-245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711213" y="631974"/>
            <a:ext cx="4453061" cy="793452"/>
          </a:xfrm>
          <a:custGeom>
            <a:avLst/>
            <a:gdLst/>
            <a:ahLst/>
            <a:cxnLst/>
            <a:rect r="r" b="b" t="t" l="l"/>
            <a:pathLst>
              <a:path h="793452" w="4453061">
                <a:moveTo>
                  <a:pt x="0" y="0"/>
                </a:moveTo>
                <a:lnTo>
                  <a:pt x="4453062" y="0"/>
                </a:lnTo>
                <a:lnTo>
                  <a:pt x="4453062" y="793452"/>
                </a:lnTo>
                <a:lnTo>
                  <a:pt x="0" y="79345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-366" r="0" b="-367"/>
            </a:stretch>
          </a:blipFill>
        </p:spPr>
      </p:sp>
      <p:sp>
        <p:nvSpPr>
          <p:cNvPr name="Freeform 20" id="20"/>
          <p:cNvSpPr/>
          <p:nvPr/>
        </p:nvSpPr>
        <p:spPr>
          <a:xfrm flipH="true" flipV="false" rot="0">
            <a:off x="14546161" y="631974"/>
            <a:ext cx="4453061" cy="793452"/>
          </a:xfrm>
          <a:custGeom>
            <a:avLst/>
            <a:gdLst/>
            <a:ahLst/>
            <a:cxnLst/>
            <a:rect r="r" b="b" t="t" l="l"/>
            <a:pathLst>
              <a:path h="793452" w="4453061">
                <a:moveTo>
                  <a:pt x="4453061" y="0"/>
                </a:moveTo>
                <a:lnTo>
                  <a:pt x="0" y="0"/>
                </a:lnTo>
                <a:lnTo>
                  <a:pt x="0" y="793452"/>
                </a:lnTo>
                <a:lnTo>
                  <a:pt x="4453061" y="793452"/>
                </a:lnTo>
                <a:lnTo>
                  <a:pt x="4453061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-366" r="0" b="-367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14398" y="5558342"/>
            <a:ext cx="6266898" cy="4728658"/>
          </a:xfrm>
          <a:custGeom>
            <a:avLst/>
            <a:gdLst/>
            <a:ahLst/>
            <a:cxnLst/>
            <a:rect r="r" b="b" t="t" l="l"/>
            <a:pathLst>
              <a:path h="4728658" w="6266898">
                <a:moveTo>
                  <a:pt x="0" y="0"/>
                </a:moveTo>
                <a:lnTo>
                  <a:pt x="6266898" y="0"/>
                </a:lnTo>
                <a:lnTo>
                  <a:pt x="6266898" y="4728658"/>
                </a:lnTo>
                <a:lnTo>
                  <a:pt x="0" y="47286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4" t="0" r="-2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1550" y="4628855"/>
            <a:ext cx="3775529" cy="5658145"/>
          </a:xfrm>
          <a:custGeom>
            <a:avLst/>
            <a:gdLst/>
            <a:ahLst/>
            <a:cxnLst/>
            <a:rect r="r" b="b" t="t" l="l"/>
            <a:pathLst>
              <a:path h="5658145" w="3775529">
                <a:moveTo>
                  <a:pt x="0" y="0"/>
                </a:moveTo>
                <a:lnTo>
                  <a:pt x="3775529" y="0"/>
                </a:lnTo>
                <a:lnTo>
                  <a:pt x="3775529" y="5658145"/>
                </a:lnTo>
                <a:lnTo>
                  <a:pt x="0" y="56581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" r="0" b="-3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681513" y="409708"/>
            <a:ext cx="2359990" cy="823855"/>
          </a:xfrm>
          <a:custGeom>
            <a:avLst/>
            <a:gdLst/>
            <a:ahLst/>
            <a:cxnLst/>
            <a:rect r="r" b="b" t="t" l="l"/>
            <a:pathLst>
              <a:path h="823855" w="2359990">
                <a:moveTo>
                  <a:pt x="2359991" y="0"/>
                </a:moveTo>
                <a:lnTo>
                  <a:pt x="0" y="0"/>
                </a:lnTo>
                <a:lnTo>
                  <a:pt x="0" y="823856"/>
                </a:lnTo>
                <a:lnTo>
                  <a:pt x="2359991" y="823856"/>
                </a:lnTo>
                <a:lnTo>
                  <a:pt x="235999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46" r="0" b="-245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241021"/>
            <a:ext cx="7179707" cy="4146280"/>
            <a:chOff x="0" y="0"/>
            <a:chExt cx="9572942" cy="55283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573006" cy="5528437"/>
            </a:xfrm>
            <a:custGeom>
              <a:avLst/>
              <a:gdLst/>
              <a:ahLst/>
              <a:cxnLst/>
              <a:rect r="r" b="b" t="t" l="l"/>
              <a:pathLst>
                <a:path h="5528437" w="9573006">
                  <a:moveTo>
                    <a:pt x="0" y="0"/>
                  </a:moveTo>
                  <a:lnTo>
                    <a:pt x="9573006" y="0"/>
                  </a:lnTo>
                  <a:lnTo>
                    <a:pt x="9573006" y="5528437"/>
                  </a:lnTo>
                  <a:lnTo>
                    <a:pt x="0" y="5528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50" t="0" r="-49" b="1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425329" y="562556"/>
            <a:ext cx="2908068" cy="518160"/>
          </a:xfrm>
          <a:custGeom>
            <a:avLst/>
            <a:gdLst/>
            <a:ahLst/>
            <a:cxnLst/>
            <a:rect r="r" b="b" t="t" l="l"/>
            <a:pathLst>
              <a:path h="518160" w="2908068">
                <a:moveTo>
                  <a:pt x="0" y="0"/>
                </a:moveTo>
                <a:lnTo>
                  <a:pt x="2908068" y="0"/>
                </a:lnTo>
                <a:lnTo>
                  <a:pt x="2908068" y="518160"/>
                </a:lnTo>
                <a:lnTo>
                  <a:pt x="0" y="5181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437" r="0" b="-437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685135" y="5166827"/>
            <a:ext cx="6715801" cy="4314901"/>
            <a:chOff x="0" y="0"/>
            <a:chExt cx="8954402" cy="57532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954389" cy="5753227"/>
            </a:xfrm>
            <a:custGeom>
              <a:avLst/>
              <a:gdLst/>
              <a:ahLst/>
              <a:cxnLst/>
              <a:rect r="r" b="b" t="t" l="l"/>
              <a:pathLst>
                <a:path h="5753227" w="8954389">
                  <a:moveTo>
                    <a:pt x="0" y="0"/>
                  </a:moveTo>
                  <a:lnTo>
                    <a:pt x="8954389" y="0"/>
                  </a:lnTo>
                  <a:lnTo>
                    <a:pt x="8954389" y="5753227"/>
                  </a:lnTo>
                  <a:lnTo>
                    <a:pt x="0" y="5753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66" r="0" b="-66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8524484" y="8938946"/>
            <a:ext cx="2840717" cy="1348054"/>
          </a:xfrm>
          <a:custGeom>
            <a:avLst/>
            <a:gdLst/>
            <a:ahLst/>
            <a:cxnLst/>
            <a:rect r="r" b="b" t="t" l="l"/>
            <a:pathLst>
              <a:path h="1348054" w="2840717">
                <a:moveTo>
                  <a:pt x="0" y="0"/>
                </a:moveTo>
                <a:lnTo>
                  <a:pt x="2840717" y="0"/>
                </a:lnTo>
                <a:lnTo>
                  <a:pt x="2840717" y="1348054"/>
                </a:lnTo>
                <a:lnTo>
                  <a:pt x="0" y="134805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38" r="0" b="-38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4043031" y="8676446"/>
            <a:ext cx="4473750" cy="1610554"/>
          </a:xfrm>
          <a:custGeom>
            <a:avLst/>
            <a:gdLst/>
            <a:ahLst/>
            <a:cxnLst/>
            <a:rect r="r" b="b" t="t" l="l"/>
            <a:pathLst>
              <a:path h="1610554" w="4473750">
                <a:moveTo>
                  <a:pt x="4473750" y="0"/>
                </a:moveTo>
                <a:lnTo>
                  <a:pt x="0" y="0"/>
                </a:lnTo>
                <a:lnTo>
                  <a:pt x="0" y="1610554"/>
                </a:lnTo>
                <a:lnTo>
                  <a:pt x="4473750" y="1610554"/>
                </a:lnTo>
                <a:lnTo>
                  <a:pt x="447375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236" r="0" b="-235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789334" y="940156"/>
            <a:ext cx="9490577" cy="2386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615"/>
              </a:lnSpc>
            </a:pPr>
            <a:r>
              <a:rPr lang="en-US" sz="6152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DATASET FROM KAGGLE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698766" cy="10287000"/>
          </a:xfrm>
          <a:custGeom>
            <a:avLst/>
            <a:gdLst/>
            <a:ahLst/>
            <a:cxnLst/>
            <a:rect r="r" b="b" t="t" l="l"/>
            <a:pathLst>
              <a:path h="10287000" w="18698766">
                <a:moveTo>
                  <a:pt x="0" y="0"/>
                </a:moveTo>
                <a:lnTo>
                  <a:pt x="18698766" y="0"/>
                </a:lnTo>
                <a:lnTo>
                  <a:pt x="1869876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907085"/>
            <a:ext cx="9144000" cy="1379915"/>
          </a:xfrm>
          <a:custGeom>
            <a:avLst/>
            <a:gdLst/>
            <a:ahLst/>
            <a:cxnLst/>
            <a:rect r="r" b="b" t="t" l="l"/>
            <a:pathLst>
              <a:path h="1379915" w="9144000">
                <a:moveTo>
                  <a:pt x="0" y="0"/>
                </a:moveTo>
                <a:lnTo>
                  <a:pt x="9144000" y="0"/>
                </a:lnTo>
                <a:lnTo>
                  <a:pt x="9144000" y="1379915"/>
                </a:lnTo>
                <a:lnTo>
                  <a:pt x="0" y="13799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68" t="0" r="-268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144000" y="8907085"/>
            <a:ext cx="9144000" cy="1379915"/>
          </a:xfrm>
          <a:custGeom>
            <a:avLst/>
            <a:gdLst/>
            <a:ahLst/>
            <a:cxnLst/>
            <a:rect r="r" b="b" t="t" l="l"/>
            <a:pathLst>
              <a:path h="1379915" w="9144000">
                <a:moveTo>
                  <a:pt x="9144000" y="0"/>
                </a:moveTo>
                <a:lnTo>
                  <a:pt x="0" y="0"/>
                </a:lnTo>
                <a:lnTo>
                  <a:pt x="0" y="1379915"/>
                </a:lnTo>
                <a:lnTo>
                  <a:pt x="9144000" y="1379915"/>
                </a:lnTo>
                <a:lnTo>
                  <a:pt x="91440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68" t="0" r="-268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480612" y="8439712"/>
            <a:ext cx="1027767" cy="1847288"/>
          </a:xfrm>
          <a:custGeom>
            <a:avLst/>
            <a:gdLst/>
            <a:ahLst/>
            <a:cxnLst/>
            <a:rect r="r" b="b" t="t" l="l"/>
            <a:pathLst>
              <a:path h="1847288" w="1027767">
                <a:moveTo>
                  <a:pt x="0" y="0"/>
                </a:moveTo>
                <a:lnTo>
                  <a:pt x="1027767" y="0"/>
                </a:lnTo>
                <a:lnTo>
                  <a:pt x="1027767" y="1847288"/>
                </a:lnTo>
                <a:lnTo>
                  <a:pt x="0" y="18472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27" r="0" b="-226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681513" y="409708"/>
            <a:ext cx="2359990" cy="823855"/>
          </a:xfrm>
          <a:custGeom>
            <a:avLst/>
            <a:gdLst/>
            <a:ahLst/>
            <a:cxnLst/>
            <a:rect r="r" b="b" t="t" l="l"/>
            <a:pathLst>
              <a:path h="823855" w="2359990">
                <a:moveTo>
                  <a:pt x="2359991" y="0"/>
                </a:moveTo>
                <a:lnTo>
                  <a:pt x="0" y="0"/>
                </a:lnTo>
                <a:lnTo>
                  <a:pt x="0" y="823856"/>
                </a:lnTo>
                <a:lnTo>
                  <a:pt x="2359991" y="823856"/>
                </a:lnTo>
                <a:lnTo>
                  <a:pt x="235999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46" r="0" b="-245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25329" y="562556"/>
            <a:ext cx="2908068" cy="518160"/>
          </a:xfrm>
          <a:custGeom>
            <a:avLst/>
            <a:gdLst/>
            <a:ahLst/>
            <a:cxnLst/>
            <a:rect r="r" b="b" t="t" l="l"/>
            <a:pathLst>
              <a:path h="518160" w="2908068">
                <a:moveTo>
                  <a:pt x="0" y="0"/>
                </a:moveTo>
                <a:lnTo>
                  <a:pt x="2908068" y="0"/>
                </a:lnTo>
                <a:lnTo>
                  <a:pt x="2908068" y="518160"/>
                </a:lnTo>
                <a:lnTo>
                  <a:pt x="0" y="5181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437" r="0" b="-437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39772" y="9126464"/>
            <a:ext cx="1454029" cy="941156"/>
          </a:xfrm>
          <a:custGeom>
            <a:avLst/>
            <a:gdLst/>
            <a:ahLst/>
            <a:cxnLst/>
            <a:rect r="r" b="b" t="t" l="l"/>
            <a:pathLst>
              <a:path h="941156" w="1454029">
                <a:moveTo>
                  <a:pt x="0" y="0"/>
                </a:moveTo>
                <a:lnTo>
                  <a:pt x="1454030" y="0"/>
                </a:lnTo>
                <a:lnTo>
                  <a:pt x="1454030" y="941156"/>
                </a:lnTo>
                <a:lnTo>
                  <a:pt x="0" y="9411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6" t="0" r="-17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64724" y="2585666"/>
            <a:ext cx="6544839" cy="2987861"/>
          </a:xfrm>
          <a:custGeom>
            <a:avLst/>
            <a:gdLst/>
            <a:ahLst/>
            <a:cxnLst/>
            <a:rect r="r" b="b" t="t" l="l"/>
            <a:pathLst>
              <a:path h="2987861" w="6544839">
                <a:moveTo>
                  <a:pt x="0" y="0"/>
                </a:moveTo>
                <a:lnTo>
                  <a:pt x="6544840" y="0"/>
                </a:lnTo>
                <a:lnTo>
                  <a:pt x="6544840" y="2987861"/>
                </a:lnTo>
                <a:lnTo>
                  <a:pt x="0" y="298786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731630" y="2585666"/>
            <a:ext cx="7527670" cy="2987861"/>
          </a:xfrm>
          <a:custGeom>
            <a:avLst/>
            <a:gdLst/>
            <a:ahLst/>
            <a:cxnLst/>
            <a:rect r="r" b="b" t="t" l="l"/>
            <a:pathLst>
              <a:path h="2987861" w="7527670">
                <a:moveTo>
                  <a:pt x="0" y="0"/>
                </a:moveTo>
                <a:lnTo>
                  <a:pt x="7527670" y="0"/>
                </a:lnTo>
                <a:lnTo>
                  <a:pt x="7527670" y="2987861"/>
                </a:lnTo>
                <a:lnTo>
                  <a:pt x="0" y="298786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39772" y="1476458"/>
            <a:ext cx="7069791" cy="608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48"/>
              </a:lnSpc>
            </a:pPr>
            <a:r>
              <a:rPr lang="en-US" sz="332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RESULT decision tree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460114" y="6870034"/>
            <a:ext cx="5583142" cy="2002430"/>
            <a:chOff x="0" y="0"/>
            <a:chExt cx="7444189" cy="266990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26831" cy="981134"/>
            </a:xfrm>
            <a:custGeom>
              <a:avLst/>
              <a:gdLst/>
              <a:ahLst/>
              <a:cxnLst/>
              <a:rect r="r" b="b" t="t" l="l"/>
              <a:pathLst>
                <a:path h="981134" w="926831">
                  <a:moveTo>
                    <a:pt x="0" y="0"/>
                  </a:moveTo>
                  <a:lnTo>
                    <a:pt x="926831" y="0"/>
                  </a:lnTo>
                  <a:lnTo>
                    <a:pt x="926831" y="981134"/>
                  </a:lnTo>
                  <a:lnTo>
                    <a:pt x="0" y="981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632593"/>
              <a:ext cx="926831" cy="981134"/>
            </a:xfrm>
            <a:custGeom>
              <a:avLst/>
              <a:gdLst/>
              <a:ahLst/>
              <a:cxnLst/>
              <a:rect r="r" b="b" t="t" l="l"/>
              <a:pathLst>
                <a:path h="981134" w="926831">
                  <a:moveTo>
                    <a:pt x="0" y="0"/>
                  </a:moveTo>
                  <a:lnTo>
                    <a:pt x="926831" y="0"/>
                  </a:lnTo>
                  <a:lnTo>
                    <a:pt x="926831" y="981134"/>
                  </a:lnTo>
                  <a:lnTo>
                    <a:pt x="0" y="981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124198" y="266414"/>
              <a:ext cx="678434" cy="4349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83"/>
                </a:lnSpc>
              </a:pPr>
              <a:r>
                <a:rPr lang="en-US" sz="184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503835" y="2295"/>
              <a:ext cx="5940354" cy="1035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10"/>
                </a:lnSpc>
              </a:pPr>
              <a:r>
                <a:rPr lang="en-US" sz="1435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Precision </a:t>
              </a:r>
            </a:p>
            <a:p>
              <a:pPr algn="l">
                <a:lnSpc>
                  <a:spcPts val="2010"/>
                </a:lnSpc>
              </a:pPr>
              <a:r>
                <a:rPr lang="en-US" sz="1435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dari semua yang diprediksi positif (misal kecanduan), berapa yang benar-benar positif.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503835" y="1634888"/>
              <a:ext cx="5940354" cy="1035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10"/>
                </a:lnSpc>
              </a:pPr>
              <a:r>
                <a:rPr lang="en-US" sz="1435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Recall </a:t>
              </a:r>
            </a:p>
            <a:p>
              <a:pPr algn="l">
                <a:lnSpc>
                  <a:spcPts val="2010"/>
                </a:lnSpc>
              </a:pPr>
              <a:r>
                <a:rPr lang="en-US" sz="1435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dari semua data yang sebenarnya positif, berapa yang berhasil kita tangkap.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24198" y="1899007"/>
              <a:ext cx="678434" cy="4349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83"/>
                </a:lnSpc>
              </a:pPr>
              <a:r>
                <a:rPr lang="en-US" sz="184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421006" y="6904655"/>
            <a:ext cx="5583142" cy="2002430"/>
            <a:chOff x="0" y="0"/>
            <a:chExt cx="7444189" cy="266990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26831" cy="981134"/>
            </a:xfrm>
            <a:custGeom>
              <a:avLst/>
              <a:gdLst/>
              <a:ahLst/>
              <a:cxnLst/>
              <a:rect r="r" b="b" t="t" l="l"/>
              <a:pathLst>
                <a:path h="981134" w="926831">
                  <a:moveTo>
                    <a:pt x="0" y="0"/>
                  </a:moveTo>
                  <a:lnTo>
                    <a:pt x="926831" y="0"/>
                  </a:lnTo>
                  <a:lnTo>
                    <a:pt x="926831" y="981134"/>
                  </a:lnTo>
                  <a:lnTo>
                    <a:pt x="0" y="981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1632593"/>
              <a:ext cx="926831" cy="981134"/>
            </a:xfrm>
            <a:custGeom>
              <a:avLst/>
              <a:gdLst/>
              <a:ahLst/>
              <a:cxnLst/>
              <a:rect r="r" b="b" t="t" l="l"/>
              <a:pathLst>
                <a:path h="981134" w="926831">
                  <a:moveTo>
                    <a:pt x="0" y="0"/>
                  </a:moveTo>
                  <a:lnTo>
                    <a:pt x="926831" y="0"/>
                  </a:lnTo>
                  <a:lnTo>
                    <a:pt x="926831" y="981134"/>
                  </a:lnTo>
                  <a:lnTo>
                    <a:pt x="0" y="981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1503835" y="2309"/>
              <a:ext cx="5940354" cy="1035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10"/>
                </a:lnSpc>
              </a:pPr>
              <a:r>
                <a:rPr lang="en-US" sz="1435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F1-score </a:t>
              </a:r>
            </a:p>
            <a:p>
              <a:pPr algn="l">
                <a:lnSpc>
                  <a:spcPts val="2010"/>
                </a:lnSpc>
              </a:pPr>
              <a:r>
                <a:rPr lang="en-US" sz="1435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gabungan antara precision dan recall (rata-rata seimbang).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24198" y="266414"/>
              <a:ext cx="678434" cy="4349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83"/>
                </a:lnSpc>
              </a:pPr>
              <a:r>
                <a:rPr lang="en-US" sz="184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03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503835" y="1634888"/>
              <a:ext cx="5940354" cy="1035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10"/>
                </a:lnSpc>
              </a:pPr>
              <a:r>
                <a:rPr lang="en-US" sz="1435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Support </a:t>
              </a:r>
            </a:p>
            <a:p>
              <a:pPr algn="l">
                <a:lnSpc>
                  <a:spcPts val="2010"/>
                </a:lnSpc>
              </a:pPr>
              <a:r>
                <a:rPr lang="en-US" sz="1435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jumlah data di tiap kelas (berapa banyak data 0 dan 1).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24198" y="1899007"/>
              <a:ext cx="678434" cy="4349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83"/>
                </a:lnSpc>
              </a:pPr>
              <a:r>
                <a:rPr lang="en-US" sz="184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04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5400000">
            <a:off x="6232552" y="2545376"/>
            <a:ext cx="4697769" cy="498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7"/>
              </a:lnSpc>
            </a:pPr>
            <a:r>
              <a:rPr lang="en-US" sz="271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------------</a:t>
            </a:r>
          </a:p>
        </p:txBody>
      </p:sp>
      <p:sp>
        <p:nvSpPr>
          <p:cNvPr name="TextBox 26" id="26"/>
          <p:cNvSpPr txBox="true"/>
          <p:nvPr/>
        </p:nvSpPr>
        <p:spPr>
          <a:xfrm rot="5400000">
            <a:off x="6232552" y="5476536"/>
            <a:ext cx="4697769" cy="498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7"/>
              </a:lnSpc>
            </a:pPr>
            <a:r>
              <a:rPr lang="en-US" sz="271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------------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11722" y="1476458"/>
            <a:ext cx="7069791" cy="608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48"/>
              </a:lnSpc>
            </a:pPr>
            <a:r>
              <a:rPr lang="en-US" sz="332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RESULT random forest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6081715" y="7544200"/>
            <a:ext cx="1371400" cy="2742800"/>
          </a:xfrm>
          <a:custGeom>
            <a:avLst/>
            <a:gdLst/>
            <a:ahLst/>
            <a:cxnLst/>
            <a:rect r="r" b="b" t="t" l="l"/>
            <a:pathLst>
              <a:path h="2742800" w="1371400">
                <a:moveTo>
                  <a:pt x="1371400" y="0"/>
                </a:moveTo>
                <a:lnTo>
                  <a:pt x="0" y="0"/>
                </a:lnTo>
                <a:lnTo>
                  <a:pt x="0" y="2742800"/>
                </a:lnTo>
                <a:lnTo>
                  <a:pt x="1371400" y="2742800"/>
                </a:lnTo>
                <a:lnTo>
                  <a:pt x="13714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11213" y="631974"/>
            <a:ext cx="4453061" cy="793452"/>
          </a:xfrm>
          <a:custGeom>
            <a:avLst/>
            <a:gdLst/>
            <a:ahLst/>
            <a:cxnLst/>
            <a:rect r="r" b="b" t="t" l="l"/>
            <a:pathLst>
              <a:path h="793452" w="4453061">
                <a:moveTo>
                  <a:pt x="0" y="0"/>
                </a:moveTo>
                <a:lnTo>
                  <a:pt x="4453062" y="0"/>
                </a:lnTo>
                <a:lnTo>
                  <a:pt x="4453062" y="793452"/>
                </a:lnTo>
                <a:lnTo>
                  <a:pt x="0" y="7934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66" r="0" b="-367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546161" y="631974"/>
            <a:ext cx="4453061" cy="793452"/>
          </a:xfrm>
          <a:custGeom>
            <a:avLst/>
            <a:gdLst/>
            <a:ahLst/>
            <a:cxnLst/>
            <a:rect r="r" b="b" t="t" l="l"/>
            <a:pathLst>
              <a:path h="793452" w="4453061">
                <a:moveTo>
                  <a:pt x="4453061" y="0"/>
                </a:moveTo>
                <a:lnTo>
                  <a:pt x="0" y="0"/>
                </a:lnTo>
                <a:lnTo>
                  <a:pt x="0" y="793452"/>
                </a:lnTo>
                <a:lnTo>
                  <a:pt x="4453061" y="793452"/>
                </a:lnTo>
                <a:lnTo>
                  <a:pt x="445306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66" r="0" b="-36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13194" y="2237815"/>
            <a:ext cx="11519502" cy="6484786"/>
          </a:xfrm>
          <a:custGeom>
            <a:avLst/>
            <a:gdLst/>
            <a:ahLst/>
            <a:cxnLst/>
            <a:rect r="r" b="b" t="t" l="l"/>
            <a:pathLst>
              <a:path h="6484786" w="11519502">
                <a:moveTo>
                  <a:pt x="0" y="0"/>
                </a:moveTo>
                <a:lnTo>
                  <a:pt x="11519501" y="0"/>
                </a:lnTo>
                <a:lnTo>
                  <a:pt x="11519501" y="6484786"/>
                </a:lnTo>
                <a:lnTo>
                  <a:pt x="0" y="64847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884137" y="3643875"/>
            <a:ext cx="6181404" cy="2701118"/>
          </a:xfrm>
          <a:custGeom>
            <a:avLst/>
            <a:gdLst/>
            <a:ahLst/>
            <a:cxnLst/>
            <a:rect r="r" b="b" t="t" l="l"/>
            <a:pathLst>
              <a:path h="2701118" w="6181404">
                <a:moveTo>
                  <a:pt x="0" y="0"/>
                </a:moveTo>
                <a:lnTo>
                  <a:pt x="6181404" y="0"/>
                </a:lnTo>
                <a:lnTo>
                  <a:pt x="6181404" y="2701117"/>
                </a:lnTo>
                <a:lnTo>
                  <a:pt x="0" y="270111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344478" y="876300"/>
            <a:ext cx="7599045" cy="91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4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visualization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14399" y="5558342"/>
            <a:ext cx="6266896" cy="4728658"/>
          </a:xfrm>
          <a:custGeom>
            <a:avLst/>
            <a:gdLst/>
            <a:ahLst/>
            <a:cxnLst/>
            <a:rect r="r" b="b" t="t" l="l"/>
            <a:pathLst>
              <a:path h="4728658" w="6266896">
                <a:moveTo>
                  <a:pt x="0" y="0"/>
                </a:moveTo>
                <a:lnTo>
                  <a:pt x="6266897" y="0"/>
                </a:lnTo>
                <a:lnTo>
                  <a:pt x="6266897" y="4728658"/>
                </a:lnTo>
                <a:lnTo>
                  <a:pt x="0" y="47286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1552" y="4628850"/>
            <a:ext cx="3775529" cy="5658150"/>
          </a:xfrm>
          <a:custGeom>
            <a:avLst/>
            <a:gdLst/>
            <a:ahLst/>
            <a:cxnLst/>
            <a:rect r="r" b="b" t="t" l="l"/>
            <a:pathLst>
              <a:path h="5658150" w="3775529">
                <a:moveTo>
                  <a:pt x="0" y="0"/>
                </a:moveTo>
                <a:lnTo>
                  <a:pt x="3775530" y="0"/>
                </a:lnTo>
                <a:lnTo>
                  <a:pt x="3775530" y="5658150"/>
                </a:lnTo>
                <a:lnTo>
                  <a:pt x="0" y="5658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74429" y="1676085"/>
            <a:ext cx="8670415" cy="1797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WHY RANDOM FOREST IS BETTER?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82601" y="3996280"/>
            <a:ext cx="7166550" cy="1434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3"/>
              </a:lnSpc>
            </a:pPr>
            <a:r>
              <a:rPr lang="en-US" sz="3109">
                <a:solidFill>
                  <a:srgbClr val="F20040"/>
                </a:solidFill>
                <a:latin typeface="Open Sans"/>
                <a:ea typeface="Open Sans"/>
                <a:cs typeface="Open Sans"/>
                <a:sym typeface="Open Sans"/>
              </a:rPr>
              <a:t>Tidak Overfitting</a:t>
            </a:r>
          </a:p>
          <a:p>
            <a:pPr algn="l">
              <a:lnSpc>
                <a:spcPts val="2393"/>
              </a:lnSpc>
              <a:spcBef>
                <a:spcPct val="0"/>
              </a:spcBef>
            </a:pPr>
            <a:r>
              <a:rPr lang="en-US" sz="170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Decision Tree terlalu hafal data training. Random Forest belajar dari banyak sampel acak sehingga lebih general dan fleksibel menghadapi data baru.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782601" y="5786942"/>
            <a:ext cx="5029866" cy="1434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53"/>
              </a:lnSpc>
              <a:spcBef>
                <a:spcPct val="0"/>
              </a:spcBef>
            </a:pPr>
            <a:r>
              <a:rPr lang="en-US" sz="3109" strike="noStrike" u="none">
                <a:solidFill>
                  <a:srgbClr val="FF28AD"/>
                </a:solidFill>
                <a:latin typeface="Open Sans"/>
                <a:ea typeface="Open Sans"/>
                <a:cs typeface="Open Sans"/>
                <a:sym typeface="Open Sans"/>
              </a:rPr>
              <a:t>Sistem Voting Lebih Adil</a:t>
            </a:r>
          </a:p>
          <a:p>
            <a:pPr algn="l" marL="0" indent="0" lvl="0">
              <a:lnSpc>
                <a:spcPts val="2393"/>
              </a:lnSpc>
              <a:spcBef>
                <a:spcPct val="0"/>
              </a:spcBef>
            </a:pPr>
            <a:r>
              <a:rPr lang="en-US" sz="1709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Keputusan tidak bergantung pada satu model saja. Kesalahan satu pohon dikoreksi oleh ratusan pohon lainnya.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50223" y="7448853"/>
            <a:ext cx="5029866" cy="1729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53"/>
              </a:lnSpc>
              <a:spcBef>
                <a:spcPct val="0"/>
              </a:spcBef>
            </a:pPr>
            <a:r>
              <a:rPr lang="en-US" sz="3109" strike="noStrike" u="none">
                <a:solidFill>
                  <a:srgbClr val="FF5C5C"/>
                </a:solidFill>
                <a:latin typeface="Open Sans"/>
                <a:ea typeface="Open Sans"/>
                <a:cs typeface="Open Sans"/>
                <a:sym typeface="Open Sans"/>
              </a:rPr>
              <a:t>Lebih Stabil</a:t>
            </a:r>
          </a:p>
          <a:p>
            <a:pPr algn="l" marL="0" indent="0" lvl="0">
              <a:lnSpc>
                <a:spcPts val="2393"/>
              </a:lnSpc>
              <a:spcBef>
                <a:spcPct val="0"/>
              </a:spcBef>
            </a:pPr>
            <a:r>
              <a:rPr lang="en-US" sz="1709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Kalau data training diubah sedikit, Decision Tree bisa berubah drastis hasilnya. Random Forest tetap stabil karena tidak bergantung pada satu pola saja.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16681517" y="409711"/>
            <a:ext cx="2359993" cy="823852"/>
          </a:xfrm>
          <a:custGeom>
            <a:avLst/>
            <a:gdLst/>
            <a:ahLst/>
            <a:cxnLst/>
            <a:rect r="r" b="b" t="t" l="l"/>
            <a:pathLst>
              <a:path h="823852" w="2359993">
                <a:moveTo>
                  <a:pt x="2359993" y="0"/>
                </a:moveTo>
                <a:lnTo>
                  <a:pt x="0" y="0"/>
                </a:lnTo>
                <a:lnTo>
                  <a:pt x="0" y="823852"/>
                </a:lnTo>
                <a:lnTo>
                  <a:pt x="2359993" y="823852"/>
                </a:lnTo>
                <a:lnTo>
                  <a:pt x="235999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425333" y="562555"/>
            <a:ext cx="2908065" cy="518164"/>
          </a:xfrm>
          <a:custGeom>
            <a:avLst/>
            <a:gdLst/>
            <a:ahLst/>
            <a:cxnLst/>
            <a:rect r="r" b="b" t="t" l="l"/>
            <a:pathLst>
              <a:path h="518164" w="2908065">
                <a:moveTo>
                  <a:pt x="0" y="0"/>
                </a:moveTo>
                <a:lnTo>
                  <a:pt x="2908066" y="0"/>
                </a:lnTo>
                <a:lnTo>
                  <a:pt x="2908066" y="518164"/>
                </a:lnTo>
                <a:lnTo>
                  <a:pt x="0" y="5181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824417" y="4084749"/>
            <a:ext cx="677751" cy="677751"/>
            <a:chOff x="0" y="0"/>
            <a:chExt cx="903667" cy="903667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903667" cy="903667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20040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121094" y="244189"/>
              <a:ext cx="661480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824417" y="5811166"/>
            <a:ext cx="677751" cy="677751"/>
            <a:chOff x="0" y="0"/>
            <a:chExt cx="903667" cy="903667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903667" cy="903667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F28AD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121094" y="244189"/>
              <a:ext cx="661480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824417" y="7457925"/>
            <a:ext cx="677751" cy="677751"/>
            <a:chOff x="0" y="0"/>
            <a:chExt cx="903667" cy="903667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903667" cy="903667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F5C5C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121094" y="244189"/>
              <a:ext cx="661480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64861" y="2613012"/>
            <a:ext cx="2023139" cy="7673988"/>
          </a:xfrm>
          <a:custGeom>
            <a:avLst/>
            <a:gdLst/>
            <a:ahLst/>
            <a:cxnLst/>
            <a:rect r="r" b="b" t="t" l="l"/>
            <a:pathLst>
              <a:path h="7673988" w="2023139">
                <a:moveTo>
                  <a:pt x="0" y="0"/>
                </a:moveTo>
                <a:lnTo>
                  <a:pt x="2023139" y="0"/>
                </a:lnTo>
                <a:lnTo>
                  <a:pt x="2023139" y="7673988"/>
                </a:lnTo>
                <a:lnTo>
                  <a:pt x="0" y="7673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19" t="0" r="-12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98975" y="1028700"/>
            <a:ext cx="2104158" cy="9258300"/>
          </a:xfrm>
          <a:custGeom>
            <a:avLst/>
            <a:gdLst/>
            <a:ahLst/>
            <a:cxnLst/>
            <a:rect r="r" b="b" t="t" l="l"/>
            <a:pathLst>
              <a:path h="9258300" w="2104158">
                <a:moveTo>
                  <a:pt x="0" y="0"/>
                </a:moveTo>
                <a:lnTo>
                  <a:pt x="2104158" y="0"/>
                </a:lnTo>
                <a:lnTo>
                  <a:pt x="2104158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33" r="0" b="-133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2284867" y="1028700"/>
            <a:ext cx="2104158" cy="9258300"/>
          </a:xfrm>
          <a:custGeom>
            <a:avLst/>
            <a:gdLst/>
            <a:ahLst/>
            <a:cxnLst/>
            <a:rect r="r" b="b" t="t" l="l"/>
            <a:pathLst>
              <a:path h="9258300" w="2104158">
                <a:moveTo>
                  <a:pt x="2104158" y="0"/>
                </a:moveTo>
                <a:lnTo>
                  <a:pt x="0" y="0"/>
                </a:lnTo>
                <a:lnTo>
                  <a:pt x="0" y="9258300"/>
                </a:lnTo>
                <a:lnTo>
                  <a:pt x="2104158" y="9258300"/>
                </a:lnTo>
                <a:lnTo>
                  <a:pt x="210415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33" r="0" b="-133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0" y="2613012"/>
            <a:ext cx="2023139" cy="7673988"/>
          </a:xfrm>
          <a:custGeom>
            <a:avLst/>
            <a:gdLst/>
            <a:ahLst/>
            <a:cxnLst/>
            <a:rect r="r" b="b" t="t" l="l"/>
            <a:pathLst>
              <a:path h="7673988" w="2023139">
                <a:moveTo>
                  <a:pt x="2023139" y="0"/>
                </a:moveTo>
                <a:lnTo>
                  <a:pt x="0" y="0"/>
                </a:lnTo>
                <a:lnTo>
                  <a:pt x="0" y="7673988"/>
                </a:lnTo>
                <a:lnTo>
                  <a:pt x="2023139" y="7673988"/>
                </a:lnTo>
                <a:lnTo>
                  <a:pt x="20231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19" t="0" r="-12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129605" y="1057561"/>
            <a:ext cx="4028789" cy="4028789"/>
          </a:xfrm>
          <a:custGeom>
            <a:avLst/>
            <a:gdLst/>
            <a:ahLst/>
            <a:cxnLst/>
            <a:rect r="r" b="b" t="t" l="l"/>
            <a:pathLst>
              <a:path h="4028789" w="4028789">
                <a:moveTo>
                  <a:pt x="0" y="0"/>
                </a:moveTo>
                <a:lnTo>
                  <a:pt x="4028790" y="0"/>
                </a:lnTo>
                <a:lnTo>
                  <a:pt x="4028790" y="4028789"/>
                </a:lnTo>
                <a:lnTo>
                  <a:pt x="0" y="40287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00164" y="3880275"/>
            <a:ext cx="10487673" cy="3778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61"/>
              </a:lnSpc>
            </a:pPr>
            <a:r>
              <a:rPr lang="en-US" sz="16194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THANK</a:t>
            </a:r>
          </a:p>
          <a:p>
            <a:pPr algn="ctr">
              <a:lnSpc>
                <a:spcPts val="15061"/>
              </a:lnSpc>
            </a:pPr>
            <a:r>
              <a:rPr lang="en-US" sz="16194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YOU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257770" y="1710223"/>
            <a:ext cx="1885626" cy="658254"/>
          </a:xfrm>
          <a:custGeom>
            <a:avLst/>
            <a:gdLst/>
            <a:ahLst/>
            <a:cxnLst/>
            <a:rect r="r" b="b" t="t" l="l"/>
            <a:pathLst>
              <a:path h="658254" w="1885626">
                <a:moveTo>
                  <a:pt x="0" y="0"/>
                </a:moveTo>
                <a:lnTo>
                  <a:pt x="1885626" y="0"/>
                </a:lnTo>
                <a:lnTo>
                  <a:pt x="1885626" y="658254"/>
                </a:lnTo>
                <a:lnTo>
                  <a:pt x="0" y="6582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636" r="0" b="-636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2144594" y="1710223"/>
            <a:ext cx="1885626" cy="658254"/>
          </a:xfrm>
          <a:custGeom>
            <a:avLst/>
            <a:gdLst/>
            <a:ahLst/>
            <a:cxnLst/>
            <a:rect r="r" b="b" t="t" l="l"/>
            <a:pathLst>
              <a:path h="658254" w="1885626">
                <a:moveTo>
                  <a:pt x="1885626" y="0"/>
                </a:moveTo>
                <a:lnTo>
                  <a:pt x="0" y="0"/>
                </a:lnTo>
                <a:lnTo>
                  <a:pt x="0" y="658254"/>
                </a:lnTo>
                <a:lnTo>
                  <a:pt x="1885626" y="658254"/>
                </a:lnTo>
                <a:lnTo>
                  <a:pt x="188562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636" r="0" b="-636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711213" y="631974"/>
            <a:ext cx="2996079" cy="533848"/>
          </a:xfrm>
          <a:custGeom>
            <a:avLst/>
            <a:gdLst/>
            <a:ahLst/>
            <a:cxnLst/>
            <a:rect r="r" b="b" t="t" l="l"/>
            <a:pathLst>
              <a:path h="533848" w="2996079">
                <a:moveTo>
                  <a:pt x="0" y="0"/>
                </a:moveTo>
                <a:lnTo>
                  <a:pt x="2996080" y="0"/>
                </a:lnTo>
                <a:lnTo>
                  <a:pt x="2996080" y="533848"/>
                </a:lnTo>
                <a:lnTo>
                  <a:pt x="0" y="5338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777" r="0" b="-776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6003133" y="631974"/>
            <a:ext cx="2996079" cy="533848"/>
          </a:xfrm>
          <a:custGeom>
            <a:avLst/>
            <a:gdLst/>
            <a:ahLst/>
            <a:cxnLst/>
            <a:rect r="r" b="b" t="t" l="l"/>
            <a:pathLst>
              <a:path h="533848" w="2996079">
                <a:moveTo>
                  <a:pt x="2996080" y="0"/>
                </a:moveTo>
                <a:lnTo>
                  <a:pt x="0" y="0"/>
                </a:lnTo>
                <a:lnTo>
                  <a:pt x="0" y="533848"/>
                </a:lnTo>
                <a:lnTo>
                  <a:pt x="2996080" y="533848"/>
                </a:lnTo>
                <a:lnTo>
                  <a:pt x="299608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777" r="0" b="-776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028249" y="9539421"/>
            <a:ext cx="2569788" cy="747579"/>
          </a:xfrm>
          <a:custGeom>
            <a:avLst/>
            <a:gdLst/>
            <a:ahLst/>
            <a:cxnLst/>
            <a:rect r="r" b="b" t="t" l="l"/>
            <a:pathLst>
              <a:path h="747579" w="2569788">
                <a:moveTo>
                  <a:pt x="0" y="0"/>
                </a:moveTo>
                <a:lnTo>
                  <a:pt x="2569788" y="0"/>
                </a:lnTo>
                <a:lnTo>
                  <a:pt x="2569788" y="747579"/>
                </a:lnTo>
                <a:lnTo>
                  <a:pt x="0" y="7475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289" r="0" b="-289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9689963" y="9539421"/>
            <a:ext cx="2569788" cy="747579"/>
          </a:xfrm>
          <a:custGeom>
            <a:avLst/>
            <a:gdLst/>
            <a:ahLst/>
            <a:cxnLst/>
            <a:rect r="r" b="b" t="t" l="l"/>
            <a:pathLst>
              <a:path h="747579" w="2569788">
                <a:moveTo>
                  <a:pt x="2569788" y="0"/>
                </a:moveTo>
                <a:lnTo>
                  <a:pt x="0" y="0"/>
                </a:lnTo>
                <a:lnTo>
                  <a:pt x="0" y="747579"/>
                </a:lnTo>
                <a:lnTo>
                  <a:pt x="2569788" y="747579"/>
                </a:lnTo>
                <a:lnTo>
                  <a:pt x="2569788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289" r="0" b="-289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550891" y="7687656"/>
            <a:ext cx="2599344" cy="2599344"/>
          </a:xfrm>
          <a:custGeom>
            <a:avLst/>
            <a:gdLst/>
            <a:ahLst/>
            <a:cxnLst/>
            <a:rect r="r" b="b" t="t" l="l"/>
            <a:pathLst>
              <a:path h="2599344" w="2599344">
                <a:moveTo>
                  <a:pt x="0" y="0"/>
                </a:moveTo>
                <a:lnTo>
                  <a:pt x="2599344" y="0"/>
                </a:lnTo>
                <a:lnTo>
                  <a:pt x="2599344" y="2599344"/>
                </a:lnTo>
                <a:lnTo>
                  <a:pt x="0" y="259934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4137765" y="7687656"/>
            <a:ext cx="2599344" cy="2599344"/>
          </a:xfrm>
          <a:custGeom>
            <a:avLst/>
            <a:gdLst/>
            <a:ahLst/>
            <a:cxnLst/>
            <a:rect r="r" b="b" t="t" l="l"/>
            <a:pathLst>
              <a:path h="2599344" w="2599344">
                <a:moveTo>
                  <a:pt x="2599344" y="0"/>
                </a:moveTo>
                <a:lnTo>
                  <a:pt x="0" y="0"/>
                </a:lnTo>
                <a:lnTo>
                  <a:pt x="0" y="2599344"/>
                </a:lnTo>
                <a:lnTo>
                  <a:pt x="2599344" y="2599344"/>
                </a:lnTo>
                <a:lnTo>
                  <a:pt x="2599344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217627" y="9407785"/>
            <a:ext cx="1852755" cy="879215"/>
          </a:xfrm>
          <a:custGeom>
            <a:avLst/>
            <a:gdLst/>
            <a:ahLst/>
            <a:cxnLst/>
            <a:rect r="r" b="b" t="t" l="l"/>
            <a:pathLst>
              <a:path h="879215" w="1852755">
                <a:moveTo>
                  <a:pt x="0" y="0"/>
                </a:moveTo>
                <a:lnTo>
                  <a:pt x="1852755" y="0"/>
                </a:lnTo>
                <a:lnTo>
                  <a:pt x="1852755" y="879215"/>
                </a:lnTo>
                <a:lnTo>
                  <a:pt x="0" y="87921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-250" r="0" b="-251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542074" y="9629375"/>
            <a:ext cx="1826743" cy="657625"/>
          </a:xfrm>
          <a:custGeom>
            <a:avLst/>
            <a:gdLst/>
            <a:ahLst/>
            <a:cxnLst/>
            <a:rect r="r" b="b" t="t" l="l"/>
            <a:pathLst>
              <a:path h="657625" w="1826743">
                <a:moveTo>
                  <a:pt x="0" y="0"/>
                </a:moveTo>
                <a:lnTo>
                  <a:pt x="1826742" y="0"/>
                </a:lnTo>
                <a:lnTo>
                  <a:pt x="1826742" y="657625"/>
                </a:lnTo>
                <a:lnTo>
                  <a:pt x="0" y="65762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-637" r="0" b="-635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02055" y="9420673"/>
            <a:ext cx="2268950" cy="866327"/>
          </a:xfrm>
          <a:custGeom>
            <a:avLst/>
            <a:gdLst/>
            <a:ahLst/>
            <a:cxnLst/>
            <a:rect r="r" b="b" t="t" l="l"/>
            <a:pathLst>
              <a:path h="866327" w="2268950">
                <a:moveTo>
                  <a:pt x="0" y="0"/>
                </a:moveTo>
                <a:lnTo>
                  <a:pt x="2268950" y="0"/>
                </a:lnTo>
                <a:lnTo>
                  <a:pt x="2268950" y="866327"/>
                </a:lnTo>
                <a:lnTo>
                  <a:pt x="0" y="86632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-409" r="0" b="-407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0">
            <a:off x="10919184" y="9629375"/>
            <a:ext cx="1826743" cy="657625"/>
          </a:xfrm>
          <a:custGeom>
            <a:avLst/>
            <a:gdLst/>
            <a:ahLst/>
            <a:cxnLst/>
            <a:rect r="r" b="b" t="t" l="l"/>
            <a:pathLst>
              <a:path h="657625" w="1826743">
                <a:moveTo>
                  <a:pt x="1826742" y="0"/>
                </a:moveTo>
                <a:lnTo>
                  <a:pt x="0" y="0"/>
                </a:lnTo>
                <a:lnTo>
                  <a:pt x="0" y="657625"/>
                </a:lnTo>
                <a:lnTo>
                  <a:pt x="1826742" y="657625"/>
                </a:lnTo>
                <a:lnTo>
                  <a:pt x="1826742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-637" r="0" b="-635"/>
            </a:stretch>
          </a:blipFill>
        </p:spPr>
      </p:sp>
      <p:sp>
        <p:nvSpPr>
          <p:cNvPr name="Freeform 20" id="20"/>
          <p:cNvSpPr/>
          <p:nvPr/>
        </p:nvSpPr>
        <p:spPr>
          <a:xfrm flipH="true" flipV="false" rot="0">
            <a:off x="14816985" y="9407785"/>
            <a:ext cx="2268950" cy="866327"/>
          </a:xfrm>
          <a:custGeom>
            <a:avLst/>
            <a:gdLst/>
            <a:ahLst/>
            <a:cxnLst/>
            <a:rect r="r" b="b" t="t" l="l"/>
            <a:pathLst>
              <a:path h="866327" w="2268950">
                <a:moveTo>
                  <a:pt x="2268950" y="0"/>
                </a:moveTo>
                <a:lnTo>
                  <a:pt x="0" y="0"/>
                </a:lnTo>
                <a:lnTo>
                  <a:pt x="0" y="866328"/>
                </a:lnTo>
                <a:lnTo>
                  <a:pt x="2268950" y="866328"/>
                </a:lnTo>
                <a:lnTo>
                  <a:pt x="226895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-409" r="0" b="-407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DAHM7cDO0-I</dc:identifier>
  <dcterms:modified xsi:type="dcterms:W3CDTF">2011-08-01T06:04:30Z</dcterms:modified>
  <cp:revision>1</cp:revision>
  <dc:title>Klasifikasi Kecanduan Game.pptx</dc:title>
</cp:coreProperties>
</file>